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4F46E5"/>
                </a:solidFill>
                <a:latin typeface="Arial"/>
              </a:defRPr>
            </a:pPr>
            <a:r>
              <a:t>AuraGuard</a:t>
            </a:r>
          </a:p>
          <a:p>
            <a:pPr>
              <a:spcBef>
                <a:spcPts val="1000"/>
              </a:spcBef>
              <a:defRPr sz="3200" b="1">
                <a:solidFill>
                  <a:srgbClr val="0F172A"/>
                </a:solidFill>
                <a:latin typeface="Arial"/>
              </a:defRPr>
            </a:pPr>
            <a:r>
              <a:t>Insurance Policy Management System</a:t>
            </a:r>
          </a:p>
          <a:p>
            <a:pPr>
              <a:spcBef>
                <a:spcPts val="30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A Next-Generation Automated Underwriting, Compliance, and Claim Settlement Platform</a:t>
            </a:r>
          </a:p>
          <a:p>
            <a:pPr>
              <a:spcBef>
                <a:spcPts val="4000"/>
              </a:spcBef>
              <a:defRPr sz="1400" b="1">
                <a:solidFill>
                  <a:srgbClr val="0891B2"/>
                </a:solidFill>
                <a:latin typeface="Arial"/>
              </a:defRPr>
            </a:pPr>
            <a:r>
              <a:t>Built on ASP.NET Core API, React Client, and MySQL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Project Overview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AuraGuard is a premium, paperless insurance administration platform designed to eliminate traditional operational bottlenecks. By leveraging automated rules execution and digital-first coordination pipelines, AuraGuard digitizes the entire lifecycle of policy management, transaction billing, and compliance checking.</a:t>
            </a:r>
          </a:p>
          <a:p>
            <a:pPr>
              <a:spcAft>
                <a:spcPts val="15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⚡ High-Speed Operations: </a:t>
            </a:r>
            <a:r>
              <a:rPr sz="1500" b="0">
                <a:solidFill>
                  <a:srgbClr val="0F172A"/>
                </a:solidFill>
                <a:latin typeface="Arial"/>
              </a:rPr>
              <a:t>Replaces manual document routing and claim verification with automated code validation and agent/admin verification workflows.</a:t>
            </a:r>
          </a:p>
          <a:p>
            <a:pPr>
              <a:spcAft>
                <a:spcPts val="15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🎨 Premium Light Design: </a:t>
            </a:r>
            <a:r>
              <a:rPr sz="1500" b="0">
                <a:solidFill>
                  <a:srgbClr val="0F172A"/>
                </a:solidFill>
                <a:latin typeface="Arial"/>
              </a:rPr>
              <a:t>Uses a modern, responsive Slate &amp; Indigo light theme with glassmorphism utility tokens for maximum UI accessibility.</a:t>
            </a:r>
          </a:p>
          <a:p>
            <a:pPr>
              <a:spcAft>
                <a:spcPts val="15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🔒 Auditable Security: </a:t>
            </a:r>
            <a:r>
              <a:rPr sz="1500" b="0">
                <a:solidFill>
                  <a:srgbClr val="0F172A"/>
                </a:solidFill>
                <a:latin typeface="Arial"/>
              </a:rPr>
              <a:t>Enforces rigid JWT token-based authentication, user-specific data isolation, and immutable agent activity logs.</a:t>
            </a:r>
          </a:p>
          <a:p>
            <a:pPr>
              <a:spcAft>
                <a:spcPts val="15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🛡️ Legal Compliance: </a:t>
            </a:r>
            <a:r>
              <a:rPr sz="1500" b="0">
                <a:solidFill>
                  <a:srgbClr val="0F172A"/>
                </a:solidFill>
                <a:latin typeface="Arial"/>
              </a:rPr>
              <a:t>Validates customer eligibility (e.g. 18+ age checks) during onboarding, preventing illegal policy registrations.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Resolving Operational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2468880" cy="43891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1. Policy Tracking</a:t>
            </a:r>
          </a:p>
          <a:p>
            <a:pPr>
              <a:spcBef>
                <a:spcPts val="5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Traditional tracking systems are slow and disconnected. AuraGuard resolves this with a dynamic policy catalog, Policy ID transparency in tables, and proactive header alerts for plans expiring within 30 days.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645920"/>
            <a:ext cx="2468880" cy="43891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2. Claim Processing</a:t>
            </a:r>
          </a:p>
          <a:p>
            <a:pPr>
              <a:spcBef>
                <a:spcPts val="5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Claims process suffers from multi-day approval delays. AuraGuard introduces a split-settlement flow where Agents verify/redirect claims to Pending Settlement, and Admins confirm the final payout disbursement.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2468880" cy="43891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3. Client Channels</a:t>
            </a:r>
          </a:p>
          <a:p>
            <a:pPr>
              <a:spcBef>
                <a:spcPts val="5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Support queries lack privacy and auditable channels. We implemented Aura AI chatbot assisting via Policy ID lookups, Claim comment logs with private toggles, and new claim comment alert flags.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0" y="1645920"/>
            <a:ext cx="2468880" cy="43891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4F46E5"/>
                </a:solidFill>
                <a:latin typeface="Arial"/>
              </a:defRPr>
            </a:pPr>
            <a:r>
              <a:t>4. Document Vaulting</a:t>
            </a:r>
          </a:p>
          <a:p>
            <a:pPr>
              <a:spcBef>
                <a:spcPts val="500"/>
              </a:spcBef>
              <a:defRPr sz="1400">
                <a:solidFill>
                  <a:srgbClr val="475569"/>
                </a:solidFill>
                <a:latin typeface="Arial"/>
              </a:defRPr>
            </a:pPr>
            <a:r>
              <a:t>Onboarding paperwork is easily misplaced. AuraGuard uses a centralized Compliance Cabinet mapping Aadhaar, medical documents, and accident reports to specific policies, displaying the Name/Role of the uploader.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The Architecture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383280" cy="43891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  <a:latin typeface="Arial"/>
              </a:defRPr>
            </a:pPr>
            <a:r>
              <a:t>🎨 FRONTEND</a:t>
            </a:r>
          </a:p>
          <a:p>
            <a:pPr>
              <a:spcAft>
                <a:spcPts val="1500"/>
              </a:spcAft>
              <a:defRPr sz="1300" i="1">
                <a:solidFill>
                  <a:srgbClr val="475569"/>
                </a:solidFill>
                <a:latin typeface="Arial"/>
              </a:defRPr>
            </a:pPr>
            <a:r>
              <a:t>React Single-Page Application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Vite compiler for rapid asset loading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Vanilla CSS customized style tokens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Lucide React unified vector icons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Recharts AreaChart financial visualizations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Completely responsive light slate template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Dynamic client-side forms with DOB/age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645920"/>
            <a:ext cx="3383280" cy="43891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  <a:latin typeface="Arial"/>
              </a:defRPr>
            </a:pPr>
            <a:r>
              <a:t>⚙️ BACKEND</a:t>
            </a:r>
          </a:p>
          <a:p>
            <a:pPr>
              <a:spcAft>
                <a:spcPts val="1500"/>
              </a:spcAft>
              <a:defRPr sz="1300" i="1">
                <a:solidFill>
                  <a:srgbClr val="475569"/>
                </a:solidFill>
                <a:latin typeface="Arial"/>
              </a:defRPr>
            </a:pPr>
            <a:r>
              <a:t>ASP.NET Core Web API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Clean Controller-Repository pattern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BCrypt secure password hashing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JWT bearer token authentication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Entity Framework Core ORM mapper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Gregorian Age calculation algorithms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Injected Activity Audit Ledger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80" y="1645920"/>
            <a:ext cx="3383280" cy="43891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F46E5"/>
                </a:solidFill>
                <a:latin typeface="Arial"/>
              </a:defRPr>
            </a:pPr>
            <a:r>
              <a:t>🛢️ DATABASE</a:t>
            </a:r>
          </a:p>
          <a:p>
            <a:pPr>
              <a:spcAft>
                <a:spcPts val="1500"/>
              </a:spcAft>
              <a:defRPr sz="1300" i="1">
                <a:solidFill>
                  <a:srgbClr val="475569"/>
                </a:solidFill>
                <a:latin typeface="Arial"/>
              </a:defRPr>
            </a:pPr>
            <a:r>
              <a:t>MySQL Relational Engine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Users, Customers, and Policies tables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Claims, Payments, and Documents schemas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Support messaging (ClaimComments) tables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AuditLogs transactions database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Cascading deletes configuration rules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✔ Node.js sequential database seed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Compliance Cabinet &amp; Security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📁 Secure Document Vault: </a:t>
            </a:r>
            <a:r>
              <a:rPr sz="1500" b="0">
                <a:solidFill>
                  <a:srgbClr val="0F172A"/>
                </a:solidFill>
                <a:latin typeface="Arial"/>
              </a:rPr>
              <a:t>Tracks file parameters mapping Aadhaar, invoice, and accident records to policies. Instantly displays which User or Agent uploaded the document in the vault and expanded claim views.</a:t>
            </a:r>
          </a:p>
          <a:p>
            <a:pPr>
              <a:spcAft>
                <a:spcPts val="20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🛡️ Server-Side Age Guard (18+): </a:t>
            </a:r>
            <a:r>
              <a:rPr sz="1500" b="0">
                <a:solidFill>
                  <a:srgbClr val="0F172A"/>
                </a:solidFill>
                <a:latin typeface="Arial"/>
              </a:rPr>
              <a:t>Enforces that customers must be 18 years of age or older. Calculations run via DateTime logic in CreateCustomer/UpdateCustomer backend API controllers, backed by client-side onboarding forms.</a:t>
            </a:r>
          </a:p>
          <a:p>
            <a:pPr>
              <a:spcAft>
                <a:spcPts val="20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💬 Private Staff Channel: </a:t>
            </a:r>
            <a:r>
              <a:rPr sz="1500" b="0">
                <a:solidFill>
                  <a:srgbClr val="0F172A"/>
                </a:solidFill>
                <a:latin typeface="Arial"/>
              </a:rPr>
              <a:t>Claims support threads allow Agents/Admins to write internal notes invisible to Customers. Secret key expressions like 'Request settlement of' are automatically filtered from customer feeds.</a:t>
            </a:r>
          </a:p>
          <a:p>
            <a:pPr>
              <a:spcAft>
                <a:spcPts val="20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🔔 Real-Time Comment Alerts: </a:t>
            </a:r>
            <a:r>
              <a:rPr sz="1500" b="0">
                <a:solidFill>
                  <a:srgbClr val="0F172A"/>
                </a:solidFill>
                <a:latin typeface="Arial"/>
              </a:rPr>
              <a:t>A header warning-bell alerts users and verifiers if claim comments were updated in the last 24 hours, boosting communication SLA response speeds.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Agent Immutable Audit Logs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Operational errors are prevented through continuous transparency. AuraGuard features a comprehensive, immutable background service tracing and logging critical agent operations.</a:t>
            </a:r>
          </a:p>
          <a:p>
            <a:pPr>
              <a:spcAft>
                <a:spcPts val="20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🛢️ Automated Log Tracking: </a:t>
            </a:r>
            <a:r>
              <a:rPr sz="1500" b="0">
                <a:solidFill>
                  <a:srgbClr val="0F172A"/>
                </a:solidFill>
                <a:latin typeface="Arial"/>
              </a:rPr>
              <a:t>Whenever an Agent approves a claim, uploads/rejects a verification document, processes a policy renewal, collects premium invoices, or cancels a policy, the transaction is logged.</a:t>
            </a:r>
          </a:p>
          <a:p>
            <a:pPr>
              <a:spcAft>
                <a:spcPts val="20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🔒 Secure Admin Activity Card: </a:t>
            </a:r>
            <a:r>
              <a:rPr sz="1500" b="0">
                <a:solidFill>
                  <a:srgbClr val="0F172A"/>
                </a:solidFill>
                <a:latin typeface="Arial"/>
              </a:rPr>
              <a:t>A specialized administrative dashboard card renders timestamps, user IP addresses, active agent names, category filters, and detailed payload changes strictly to Admin logins.</a:t>
            </a:r>
          </a:p>
          <a:p>
            <a:pPr>
              <a:spcAft>
                <a:spcPts val="2000"/>
              </a:spcAft>
              <a:defRPr sz="1600" b="1">
                <a:solidFill>
                  <a:srgbClr val="4F46E5"/>
                </a:solidFill>
                <a:latin typeface="Arial"/>
              </a:defRPr>
            </a:pPr>
            <a:r>
              <a:t>•  📈 Key Loss Ratio Telemetry: </a:t>
            </a:r>
            <a:r>
              <a:rPr sz="1500" b="0">
                <a:solidFill>
                  <a:srgbClr val="0F172A"/>
                </a:solidFill>
                <a:latin typeface="Arial"/>
              </a:rPr>
              <a:t>Provides live calculation metrics representing total premiums collected versus settled payouts on a dynamic dashboard chart, printable as operational CSV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46E5"/>
                </a:solidFill>
                <a:latin typeface="Arial"/>
              </a:defRPr>
            </a:pPr>
            <a:r>
              <a:t>Project Impact &amp; Success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0"/>
              </a:spcAft>
              <a:defRPr sz="2000" b="1">
                <a:solidFill>
                  <a:srgbClr val="4F46E5"/>
                </a:solidFill>
                <a:latin typeface="Arial"/>
              </a:defRPr>
            </a:pPr>
            <a:r>
              <a:t>AuraGuard delivers an automated, secure, and user-friendly solution to the primary pain points of policy tracking, claims administration, and regulatory validation.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✔   Saves administrative hours by routing claim approvals to Pending Settlement instantly.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✔   Reduces underwriting risk by validating age restrictions (18+) automatically at entry.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✔   Guarantees data privacy through private support comments and identity uploader tracking in the document vault.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✔   Protects corporate assets with continuous Activity Logs trace records, exportable directly to executives.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